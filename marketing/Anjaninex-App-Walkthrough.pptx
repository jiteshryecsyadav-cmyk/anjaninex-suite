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नमस्ते! ये है अंजनिनेक्स बिज़नेस सूट। आपके पूरे बिज़नेस के लिए एक ही ऐप — बिल, हिसाब, व्हाट्सऐप और सर्वम की ओ.सी.आर. टेक्नोलॉजी, जो मेड इन इंडिया है। सब एक जगह। चलिए देखते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डैशबोर्ड पर एक ही नज़र में सब कुछ — टोटल सेल, आपका कमीशन, कितना पैसा आया, और गुड्स रिटर्न। सब लाइव।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यहाँ सेल का ग्राफ, पेमेंट बाकी होने के अलर्ट, और कई ब्रांच हों तो हर ब्रांच अलग — सब मिल जाएगा।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ट्रेडिंग में सबसे पहले ऑर्डर। खरीदार का ऑर्डर बनाइए और ट्रैक कीजिए।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बिल बनाना? बस बिल की फोटो खींचिए — सर्वम की ओ.सी.आर. टेक्नोलॉजी, जो मेड इन इंडिया है, खुद पार्टी, आइटम, जीएसटी और टोटल पढ़ कर भर देती है। मिनटों का काम सेकंडों में।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माल वापस आया? गुड्स रिटर्न की एंट्री कीजिए — बिल से जुड़ी, हिसाब अपने आप ठीक।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पेमेंट एंट्री — खरीदार ने सप्लायर को कितना दिया, दोनों का खाता अपने आप अपडेट।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और सबसे ज़रूरी — कमीशन। हर डील पर आपका कमीशन यहीं बनता और ट्रैक होता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सेल, बाकी पैसा, जीएसटी, कमीशन — हर रिपोर्ट तैयार। कई ब्रांच हों तो हर ब्रांच अलग देखिए।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अब कमाल की चीज़ — बाज़ार लिंक। पूरा काम व्हाट्सऐप पर।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सप्लायर व्हाट्सऐप पर रेट और डिज़ाइन की फोटो भेजता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सिस्टम उस फोटो पर अपना वॉटरमार्क और एक ट्रैक कोड लगा देता है, ताकि माल पहचाना जा सके।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फिर बॉट वही रेट उस आइटम के सभी मैचिंग खरीदारों को अपने आप भेज देता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खरीदार वही फोटो भेजकर ऑर्डर करता है। बॉट ट्रैक कोड से पहचान लेता है कि माल किस सप्लायर का था, और उस सप्लायर को ऑर्डर का मैसेज भेज देता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एजेंट को बस एक एंट्री करनी है, बाकी पूरा काम अपने आप। स्टाफ के घंटों का काम मिनटों में, समय और गलती दोनों बचती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एचआर में स्टाफ चेक-इन और चेक-आउट सेल्फी के साथ, और दिन भर की लाइव लोकेशन नक्शे पर।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सैलरी शीट अपने आप बन जाती है — हाज़िरी से बेसिक, पीएफ, ईएसआई और नेट, सब कैलकुलेट।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और अकाउंटिंग? हर बिल, पेमेंट और कमीशन का वाउचर अपने आप बन जाता है — लेजर, पी एंड एल और बैलेंस शीट तैयार। अलग अकाउंटेंट की ज़रूरत नहीं।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और अंजी — हर पेज पर आपका हेल्पर। कहीं अटकें तो अंजी हिंदी में बता देता है क्या करना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Voiceover (Hindi): अंजनिनेक्स बिज़नेस सूट — आपका पूरा बिज़नेस, एक ऐप में। आज ही शुरू कीजिए। ट्रेड डॉट अंजनिनेक्स डॉट कॉम।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Anjaninex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Riddhi Agency — ek hi app me poora business: Bill · Hisaab · WhatsApp · Sarvam OCR (Made in India).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Login → Dashboard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1A8B"/>
                </a:solidFill>
                <a:latin typeface="Calibri"/>
              </a:rPr>
              <a:t>1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E5C"/>
                </a:solidFill>
                <a:latin typeface="Cambria"/>
              </a:rPr>
              <a:t>Ek nazar me poora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Total Sales · Commission · Received · GR Returns — sab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4 KPI cards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1A8B"/>
                </a:solidFill>
                <a:latin typeface="Calibri"/>
              </a:rPr>
              <a:t>1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E5C"/>
                </a:solidFill>
                <a:latin typeface="Cambria"/>
              </a:rPr>
              <a:t>Trend + Alerts + Multi-branch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Sales trend graph, overdue alerts, har branch alag.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Sales trend + branch filter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2 ·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Order banao &amp;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Buyer ka order banao, status track karo.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Orders screen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2 ·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Sarvam OCR Bill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Bill ki photo khicho — Sarvam OCR Technology (Made in India) party, items, GST, total padh kar auto bhar 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Bill Entry → Scan Bill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2 ·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Goods Return (GR)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Maal wapas? Bill se link, hisaab auto-adjust.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GR entry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2 ·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Buyer se supplier — dono ka khata auto update.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Payment Receipt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2 ·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Commission — aapki kamai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Har deal pe commission yahin raise + track.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Commission screen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2 ·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Reports +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Sales · Outstanding · GST · Commission — har report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Reports menu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3 · BAZAAR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Business ab WhatsApp 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Supplier–Buyer ka pura flow, bina app khole.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WhatsApp Bot intro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3 · BAZAAR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A00"/>
                </a:solidFill>
                <a:latin typeface="Calibr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Supplier rate bhejta 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8620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Supplier WhatsApp pe rate + design photo bhejta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WhatsApp supplier msg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3 · BAZAAR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A00"/>
                </a:solidFill>
                <a:latin typeface="Calibri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Watermark + Track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8620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System photo pe watermark + track code lagata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Watermarked photo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3 · BAZAAR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A00"/>
                </a:solidFill>
                <a:latin typeface="Calibri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Bot buyers ko 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8620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Wahi rate matching buyers ko bot auto bhejta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Bot → buyers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3 · BAZAAR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A00"/>
                </a:solidFill>
                <a:latin typeface="Calibri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Buyer order → Bot pehchanta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8620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Buyer photo se order → bot track code se supplier pehchan ke msg bhejta.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Order → supplier msg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3 · BAZAAR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A00"/>
                </a:solidFill>
                <a:latin typeface="Calibri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Agent ek entry → sab 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8620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Agent ek entry kare — poora flow automatic. Staff ka time bachta.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Agent entry → ready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1A8B"/>
                </a:solidFill>
                <a:latin typeface="Calibri"/>
              </a:rPr>
              <a:t>4 ·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E5C"/>
                </a:solidFill>
                <a:latin typeface="Cambria"/>
              </a:rPr>
              <a:t>Check-in selfie + Live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Staff check-in/out selfie ke saath + live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HR check-in + map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1A8B"/>
                </a:solidFill>
                <a:latin typeface="Calibri"/>
              </a:rPr>
              <a:t>4 ·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E5C"/>
                </a:solidFill>
                <a:latin typeface="Cambria"/>
              </a:rPr>
              <a:t>Salary sheet — automatic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Attendance se basic, PF, ESI, net — sab auto.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Payroll salary sheet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1A8B"/>
                </a:solidFill>
                <a:latin typeface="Calibri"/>
              </a:rPr>
              <a:t>4 ·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E5C"/>
                </a:solidFill>
                <a:latin typeface="Cambria"/>
              </a:rPr>
              <a:t>Accounting — automatic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Har bill/payment/commission ka voucher auto — ledger, P&amp;L, balance sheet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Vouchers auto-posted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1A8B"/>
                </a:solidFill>
                <a:latin typeface="Calibri"/>
              </a:rPr>
              <a:t>4 · ANJI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E5C"/>
                </a:solidFill>
                <a:latin typeface="Cambria"/>
              </a:rPr>
              <a:t>Anji — har page pe madad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Atko to Anji Hindi awaaz me batata hai kya karna hai.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Anji help panel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526"/>
                </a:solidFill>
                <a:latin typeface="Calibri"/>
              </a:rPr>
              <a:t>OUTRO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Aapka poora business, ek app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375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C9E6"/>
                </a:solidFill>
                <a:latin typeface="Calibri"/>
              </a:rPr>
              <a:t>trade.anjaninex.com · 📞 [phone] · ✉️ [email]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02920"/>
            <a:ext cx="8183879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B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926080"/>
            <a:ext cx="8183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📷 Logo + contact</a:t>
            </a:r>
          </a:p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(app screenshot yahan daalein — 70%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FC9E6"/>
                </a:solidFill>
                <a:latin typeface="Calibri"/>
              </a:rPr>
              <a:t>Anjaninex Business Suite · Riddhi 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