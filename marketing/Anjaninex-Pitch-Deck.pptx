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A526"/>
                </a:solidFill>
                <a:latin typeface="Calibri"/>
              </a:rPr>
              <a:t>B2B BUSINESS SUITE  ·  MADE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Anjaninex</a:t>
            </a:r>
          </a:p>
          <a:p>
            <a:pPr algn="l">
              <a:lnSpc>
                <a:spcPct val="98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Business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CFC9E6"/>
                </a:solidFill>
                <a:latin typeface="Calibri"/>
              </a:rPr>
              <a:t>Ek hi app me poora B2B business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Trading · Accounting · AI ·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526"/>
                </a:solidFill>
                <a:latin typeface="Calibri"/>
              </a:rPr>
              <a:t>trade.anjaninex.com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400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Investor &amp; Partner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Aaj ka B2B trader / dalal pareshan 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60604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633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1A8B"/>
                </a:solidFill>
                <a:latin typeface="Calibri"/>
              </a:rPr>
              <a:t>Register &amp;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15468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Haath se hisaab — galti, mehnat aur time barbaad.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60604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33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1A8B"/>
                </a:solidFill>
                <a:latin typeface="Calibri"/>
              </a:rPr>
              <a:t>4–5 alag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5468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Billing alag, khata alag, stock alag — sab bikhra.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70916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7365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1A8B"/>
                </a:solidFill>
                <a:latin typeface="Calibri"/>
              </a:rPr>
              <a:t>Bill banane me ghante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25780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GST, HSN, party detail — sab manually bharna.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3891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70916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7365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1A8B"/>
                </a:solidFill>
                <a:latin typeface="Calibri"/>
              </a:rPr>
              <a:t>Data bikhra + GST 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5780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Report nikalna mushkil, compliance ka dar.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Anjaninex Business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Ek Anjaninex Suite — sab kuch ek jagah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50008"/>
            <a:ext cx="493776" cy="493776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latin typeface="Calibri"/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40280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C1A8B"/>
                </a:solidFill>
                <a:latin typeface="Calibri"/>
              </a:rPr>
              <a:t>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4028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E5C"/>
                </a:solidFill>
                <a:latin typeface="Calibri"/>
              </a:rPr>
              <a:t>Orders · Bills · GST Invoice · Goods Return · Commission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154680"/>
            <a:ext cx="493776" cy="493776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44952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C1A8B"/>
                </a:solidFill>
                <a:latin typeface="Calibri"/>
              </a:rPr>
              <a:t>Accounting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044952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E5C"/>
                </a:solidFill>
                <a:latin typeface="Calibri"/>
              </a:rPr>
              <a:t>Ledger · P&amp;L · Balance Sheet · Vouchers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9624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959352"/>
            <a:ext cx="493776" cy="493776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latin typeface="Calibri"/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49624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C1A8B"/>
                </a:solidFill>
                <a:latin typeface="Calibri"/>
              </a:rPr>
              <a:t>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4962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E5C"/>
                </a:solidFill>
                <a:latin typeface="Calibri"/>
              </a:rPr>
              <a:t>Directory · Product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54296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764024"/>
            <a:ext cx="493776" cy="493776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654296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C1A8B"/>
                </a:solidFill>
                <a:latin typeface="Calibri"/>
              </a:rPr>
              <a:t>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654296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E5C"/>
                </a:solidFill>
                <a:latin typeface="Calibri"/>
              </a:rPr>
              <a:t>Attendance ·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58968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5568696"/>
            <a:ext cx="493776" cy="493776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latin typeface="Calibri"/>
              </a:rP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458968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C1A8B"/>
                </a:solidFill>
                <a:latin typeface="Calibri"/>
              </a:rPr>
              <a:t>Wallet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45896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E5C"/>
                </a:solidFill>
                <a:latin typeface="Calibri"/>
              </a:rPr>
              <a:t>Subscription ·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C1A8B"/>
                </a:solidFill>
                <a:latin typeface="Calibri"/>
              </a:rPr>
              <a:t>☁️ Cloud   ·   📱 Mobile   ·   🇮🇳 Hinglish   ·   🧾 GST-ready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Aise features jo dukaan badal dein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14600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AI Bill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Photo se bill apne aap bhar jaaye.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2402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2514600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WhatsApp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Rate → buyers → order, auto.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2402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93024" y="2514600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1-Click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3611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Purana data turant le aao.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79392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553712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309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GST &amp; e-Invoice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50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CGST/SGST/IGST, HSN, e-Way bill.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4279392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9432" y="4553712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53309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Multi-Firm + Secure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650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Kai firm/branch, row-level security.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18704" y="4279392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93024" y="4553712"/>
            <a:ext cx="731520" cy="73152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🇮🇳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53309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1A8B"/>
                </a:solidFill>
                <a:latin typeface="Calibri"/>
              </a:rPr>
              <a:t>Hinglish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56509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Indian SME ke liye natural.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Anjaninex Business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A526"/>
                </a:solidFill>
                <a:latin typeface="Calibri"/>
              </a:rPr>
              <a:t>⭐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AI Bill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FC9E6"/>
                </a:solidFill>
                <a:latin typeface="Calibri"/>
              </a:rPr>
              <a:t>Bill ki photo khicho — saara data apne aap bhar jaata hai.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E0A526"/>
                </a:solidFill>
                <a:latin typeface="Cambri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AI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Gemini · Claude · GPT-4o · Sarvam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74320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971800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E0A526"/>
                </a:solidFill>
                <a:latin typeface="Cambria"/>
              </a:rPr>
              <a:t>92–97%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977639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4348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Indian GST bills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74320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2971800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E0A526"/>
                </a:solidFill>
                <a:latin typeface="Cambria"/>
              </a:rPr>
              <a:t>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3977639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Minutes →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4" y="44348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Order + Bill dono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CFC9E6"/>
                </a:solidFill>
                <a:latin typeface="Calibri"/>
              </a:rPr>
              <a:t>Party, items, GST, HSN, total — sab auto.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Anjaninex Business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⭐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Business ab WhatsApp 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743200"/>
            <a:ext cx="640080" cy="640080"/>
          </a:xfrm>
          <a:prstGeom prst="ellipse">
            <a:avLst/>
          </a:prstGeom>
          <a:solidFill>
            <a:srgbClr val="5C1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E5C"/>
                </a:solidFill>
                <a:latin typeface="Calibri"/>
              </a:rPr>
              <a:t>Supplier rate + photo WhatsApp bhejta hai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2926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C1A8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4688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67328" y="2743200"/>
            <a:ext cx="640080" cy="640080"/>
          </a:xfrm>
          <a:prstGeom prst="ellipse">
            <a:avLst/>
          </a:prstGeom>
          <a:solidFill>
            <a:srgbClr val="5C1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5204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E5C"/>
                </a:solidFill>
                <a:latin typeface="Calibri"/>
              </a:rPr>
              <a:t>Bot padhke catalog banata hai (watermark + track code)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3108960"/>
            <a:ext cx="2926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C1A8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4688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28816" y="2743200"/>
            <a:ext cx="640080" cy="640080"/>
          </a:xfrm>
          <a:prstGeom prst="ellipse">
            <a:avLst/>
          </a:prstGeom>
          <a:solidFill>
            <a:srgbClr val="5C1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5204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E5C"/>
                </a:solidFill>
                <a:latin typeface="Calibri"/>
              </a:rPr>
              <a:t>Matching buyers ko auto-broadcast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108960"/>
            <a:ext cx="2926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C1A8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24688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90304" y="2743200"/>
            <a:ext cx="640080" cy="640080"/>
          </a:xfrm>
          <a:prstGeom prst="ellipse">
            <a:avLst/>
          </a:prstGeom>
          <a:solidFill>
            <a:srgbClr val="5C1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5204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E5C"/>
                </a:solidFill>
                <a:latin typeface="Calibri"/>
              </a:rPr>
              <a:t>Order ban jaata 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5C1A8B"/>
                </a:solidFill>
                <a:latin typeface="Calibri"/>
              </a:rPr>
              <a:t>Bina app khole — aapka business chalta rahe.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Anjaninex Business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A526"/>
                </a:solidFill>
                <a:latin typeface="Calibri"/>
              </a:rPr>
              <a:t>FOR AGENTS / RESELLERS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Bina dukaan, bina maal — kamao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297680" cy="59436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A2A00"/>
                </a:solidFill>
                <a:latin typeface="Calibri"/>
              </a:rPr>
              <a:t>💰 Lifetime Recurring Income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017520"/>
            <a:ext cx="731520" cy="73152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Sale Commission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Har nayi firm pe — pehli payment ka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743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3017520"/>
            <a:ext cx="731520" cy="73152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Recharge % — Lifetime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42976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Jab tak firm chale, har recharge pe income.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74320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3024" y="3017520"/>
            <a:ext cx="731520" cy="73152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>
                <a:latin typeface="Calibri"/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Apna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42976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C9E6"/>
                </a:solidFill>
                <a:latin typeface="Calibri"/>
              </a:rPr>
              <a:t>Firms, earning, payout — sab apne paas.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1">
                <a:solidFill>
                  <a:srgbClr val="E0A526"/>
                </a:solidFill>
                <a:latin typeface="Calibri"/>
              </a:rPr>
              <a:t>Jitni firms laao — utni monthly income, automatic.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Anjaninex Business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India ka mauka bohot bada 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5C1A8B"/>
                </a:solidFill>
                <a:latin typeface="Cambria"/>
              </a:rPr>
              <a:t>7.83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E5C"/>
                </a:solidFill>
                <a:latin typeface="Calibri"/>
              </a:rPr>
              <a:t>MSMEs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Udyam-registered (Feb 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46888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74320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5C1A8B"/>
                </a:solidFill>
                <a:latin typeface="Cambria"/>
              </a:rPr>
              <a:t>$17B → $100B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38404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E5C"/>
                </a:solidFill>
                <a:latin typeface="Calibri"/>
              </a:rPr>
              <a:t>India SaaS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4297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2026 → 2035 · ~27%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46888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74320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5C1A8B"/>
                </a:solidFill>
                <a:latin typeface="Cambria"/>
              </a:rPr>
              <a:t>$13B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38404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E5C"/>
                </a:solidFill>
                <a:latin typeface="Calibri"/>
              </a:rPr>
              <a:t>SMB Digitization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4" y="42976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Vertical-app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280"/>
                </a:solidFill>
                <a:latin typeface="Calibri"/>
              </a:rPr>
              <a:t>Aur inme se zyadatar abhi bhi register / Excel par chalte 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Source: MSME Udyam · IBEF / SaaSBoomi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Paisa kaise banta hai — 4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60604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633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C1A8B"/>
                </a:solidFill>
                <a:latin typeface="Calibri"/>
              </a:rPr>
              <a:t>1 ·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15468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Per-firm monthly / yearly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60604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33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C1A8B"/>
                </a:solidFill>
                <a:latin typeface="Calibri"/>
              </a:rPr>
              <a:t>2 · Wallet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15468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AI scan, WhatsApp, services — pay-per-use.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70916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7365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C1A8B"/>
                </a:solidFill>
                <a:latin typeface="Calibri"/>
              </a:rPr>
              <a:t>3 · AI Markup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25780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Per-scan: cost + margin + GST.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3891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709160"/>
            <a:ext cx="777240" cy="777240"/>
          </a:xfrm>
          <a:prstGeom prst="ellipse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latin typeface="Calibri"/>
              </a:rPr>
              <a:t>🧑‍💼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7365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C1A8B"/>
                </a:solidFill>
                <a:latin typeface="Calibri"/>
              </a:rPr>
              <a:t>4 · Agent-led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5780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Low CAC — agents bechte 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Anjaninex Business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C1A8B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B2E5C"/>
                </a:solidFill>
                <a:latin typeface="Cambria"/>
              </a:rPr>
              <a:t>Kyun abhi, kyun Anjaninex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267712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B2E5C"/>
                </a:solidFill>
                <a:latin typeface="Calibri"/>
              </a:rPr>
              <a:t>Live product — trade.anjaninex.com par chal raha hai, real firms use kar rahi hain.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27832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B2E5C"/>
                </a:solidFill>
                <a:latin typeface="Calibri"/>
              </a:rPr>
              <a:t>AI + WhatsApp + GST — sab working, sirf idea nahi.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187952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B2E5C"/>
                </a:solidFill>
                <a:latin typeface="Calibri"/>
              </a:rPr>
              <a:t>India-first Hinglish — competitors English-heavy; hum dukaandar ki bhasha bolte hain.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148072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B2E5C"/>
                </a:solidFill>
                <a:latin typeface="Calibri"/>
              </a:rPr>
              <a:t>Agent network ready — distribution scale karne ke liye taiyaar.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Anjaninex Business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A526"/>
                </a:solidFill>
                <a:latin typeface="Calibri"/>
              </a:rPr>
              <a:t>LET'S GO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Aaiye, saath chalein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526"/>
                </a:solidFill>
                <a:latin typeface="Cambria"/>
              </a:rPr>
              <a:t>🧑‍💼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9E6F5"/>
                </a:solidFill>
                <a:latin typeface="Calibri"/>
              </a:rPr>
              <a:t>Partner bano — lifetime recurring income kamao.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26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0A526"/>
                </a:solidFill>
                <a:latin typeface="Cambria"/>
              </a:rPr>
              <a:t>📈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9E6F5"/>
                </a:solidFill>
                <a:latin typeface="Calibri"/>
              </a:rPr>
              <a:t>Bada market, live product, agent-led growth. Let's talk.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0A526"/>
                </a:solidFill>
                <a:latin typeface="Cambria"/>
              </a:rPr>
              <a:t>trade.anjaninex.com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CFC9E6"/>
                </a:solidFill>
                <a:latin typeface="Calibri"/>
              </a:rPr>
              <a:t>📞 [Your phone]    ·    ✉️ [your email]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Anjaninex Business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FC9E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