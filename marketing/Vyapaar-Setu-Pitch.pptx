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0E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janinex-logo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984" y="777240"/>
            <a:ext cx="1428241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286000"/>
            <a:ext cx="10360152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Nirmala UI" panose="020B0502040204020203"/>
                <a:ea typeface="Nirmala UI" panose="020B0502040204020203"/>
                <a:cs typeface="Nirmala UI" panose="020B0502040204020203"/>
              </a:rPr>
              <a:t>व्यापार सेतु</a:t>
            </a:r>
            <a:endParaRPr sz="5200" b="1" i="0">
              <a:solidFill>
                <a:srgbClr val="FFFFFF"/>
              </a:solidFill>
              <a:latin typeface="Nirmala UI" panose="020B0502040204020203"/>
              <a:ea typeface="Nirmala UI" panose="020B0502040204020203"/>
              <a:cs typeface="Nirmala UI" panose="020B0502040204020203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C9A14A"/>
                </a:solidFill>
                <a:latin typeface="Cambria" panose="02040503050406030204"/>
                <a:ea typeface="Cambria" panose="02040503050406030204"/>
                <a:cs typeface="Cambria" panose="02040503050406030204"/>
              </a:rPr>
              <a:t>VYAPAAR SETU</a:t>
            </a:r>
            <a:endParaRPr sz="2600" b="1" i="0">
              <a:solidFill>
                <a:srgbClr val="C9A14A"/>
              </a:solidFill>
              <a:latin typeface="Cambria" panose="02040503050406030204"/>
              <a:ea typeface="Cambria" panose="02040503050406030204"/>
              <a:cs typeface="Cambria" panose="02040503050406030204"/>
            </a:endParaRP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CFE0F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 Anjaninex product</a:t>
            </a:r>
            <a:endParaRPr sz="1500" b="0" i="0">
              <a:solidFill>
                <a:srgbClr val="CFE0F5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Nirmala UI" panose="020B0502040204020203"/>
                <a:ea typeface="Nirmala UI" panose="020B0502040204020203"/>
                <a:cs typeface="Nirmala UI" panose="020B0502040204020203"/>
              </a:rPr>
              <a:t>आपका पूरा बिज़नेस — एक ही ऐप में</a:t>
            </a:r>
            <a:endParaRPr sz="2000" b="1" i="0">
              <a:solidFill>
                <a:srgbClr val="FFFFFF"/>
              </a:solidFill>
              <a:latin typeface="Nirmala UI" panose="020B0502040204020203"/>
              <a:ea typeface="Nirmala UI" panose="020B0502040204020203"/>
              <a:cs typeface="Nirmala UI" panose="020B0502040204020203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FE0F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Run your entire business in one app</a:t>
            </a:r>
            <a:endParaRPr sz="1500" b="0" i="0">
              <a:solidFill>
                <a:srgbClr val="CFE0F5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3601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1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vyaparsetu.anjaninex.com</a:t>
            </a:r>
            <a:endParaRPr sz="1500" b="1" i="0">
              <a:solidFill>
                <a:srgbClr val="C9A14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3000" b="1" i="0">
                <a:solidFill>
                  <a:srgbClr val="16294F"/>
                </a:solidFill>
                <a:latin typeface="Nirmala UI" panose="020B0502040204020203"/>
                <a:ea typeface="Nirmala UI" panose="020B0502040204020203"/>
                <a:cs typeface="Nirmala UI" panose="020B0502040204020203"/>
              </a:rPr>
              <a:t>आज व्यापारी की तकलीफ</a:t>
            </a:r>
            <a:endParaRPr sz="3000" b="1" i="0">
              <a:solidFill>
                <a:srgbClr val="16294F"/>
              </a:solidFill>
              <a:latin typeface="Nirmala UI" panose="020B0502040204020203"/>
              <a:ea typeface="Nirmala UI" panose="020B0502040204020203"/>
              <a:cs typeface="Nirmala UI" panose="020B0502040204020203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daily struggle of a trader today</a:t>
            </a:r>
            <a:endParaRPr sz="150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2258568"/>
            <a:ext cx="658368" cy="658368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2585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🧾</a:t>
            </a:r>
            <a:endParaRPr sz="20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37360" y="2240279"/>
            <a:ext cx="22402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Manual register/Tally me hisaab</a:t>
            </a:r>
            <a:endParaRPr sz="145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Time barbaad, thakaan</a:t>
            </a:r>
            <a:endParaRPr sz="125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80560" y="196596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36592" y="2258568"/>
            <a:ext cx="658368" cy="658368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22585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😵</a:t>
            </a:r>
            <a:endParaRPr sz="20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77840" y="2240279"/>
            <a:ext cx="22402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GST calculation ki tension</a:t>
            </a:r>
            <a:endParaRPr sz="145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Galtiyan, notice ka darr</a:t>
            </a:r>
            <a:endParaRPr sz="125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321040" y="196596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77072" y="2258568"/>
            <a:ext cx="658368" cy="658368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2585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📵</a:t>
            </a:r>
            <a:endParaRPr sz="20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18319" y="2240279"/>
            <a:ext cx="22402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WhatsApp pe order miss</a:t>
            </a:r>
            <a:endParaRPr sz="145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Customer chala jata hai</a:t>
            </a:r>
            <a:endParaRPr sz="125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4315968"/>
            <a:ext cx="658368" cy="658368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3159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🛒</a:t>
            </a:r>
            <a:endParaRPr sz="20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37360" y="4297680"/>
            <a:ext cx="22402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Online shop nahi</a:t>
            </a:r>
            <a:endParaRPr sz="145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Competitor aage nikal jata</a:t>
            </a:r>
            <a:endParaRPr sz="125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480560" y="402336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36592" y="4315968"/>
            <a:ext cx="658368" cy="658368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43159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🗂️</a:t>
            </a:r>
            <a:endParaRPr sz="20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77840" y="4297680"/>
            <a:ext cx="22402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Bill · khata · staff bikhra</a:t>
            </a:r>
            <a:endParaRPr sz="145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Ek jagah kuch nahi</a:t>
            </a:r>
            <a:endParaRPr sz="125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321040" y="4023360"/>
            <a:ext cx="35204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77072" y="4315968"/>
            <a:ext cx="658368" cy="658368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7072" y="43159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🧑‍💼</a:t>
            </a:r>
            <a:endParaRPr sz="20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18319" y="4297680"/>
            <a:ext cx="224028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Munshi/agent pe nirbhar</a:t>
            </a:r>
            <a:endParaRPr sz="145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Chhutti = kaam ruka</a:t>
            </a:r>
            <a:endParaRPr sz="125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3657600"/>
            <a:ext cx="5486400" cy="5486400"/>
          </a:xfrm>
          <a:prstGeom prst="ellipse">
            <a:avLst/>
          </a:prstGeom>
          <a:solidFill>
            <a:srgbClr val="0E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2926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Nirmala UI" panose="020B0502040204020203"/>
                <a:ea typeface="Nirmala UI" panose="020B0502040204020203"/>
                <a:cs typeface="Nirmala UI" panose="020B0502040204020203"/>
              </a:rPr>
              <a:t>एक ऐप — पूरा समाधान</a:t>
            </a:r>
            <a:endParaRPr sz="4000" b="1" i="0">
              <a:solidFill>
                <a:srgbClr val="FFFFFF"/>
              </a:solidFill>
              <a:latin typeface="Nirmala UI" panose="020B0502040204020203"/>
              <a:ea typeface="Nirmala UI" panose="020B0502040204020203"/>
              <a:cs typeface="Nirmala UI" panose="020B0502040204020203"/>
            </a:endParaRP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CFE0F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One app. Everything your business needs.</a:t>
            </a:r>
            <a:endParaRPr sz="2000" b="0" i="0">
              <a:solidFill>
                <a:srgbClr val="CFE0F5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1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Trading · Accounts · GST · WhatsApp · Reports · AI — </a:t>
            </a:r>
            <a:r>
              <a:rPr sz="1600" b="1" i="0">
                <a:solidFill>
                  <a:srgbClr val="FFFFFF"/>
                </a:solidFill>
                <a:latin typeface="Nirmala UI" panose="020B0502040204020203"/>
                <a:ea typeface="Nirmala UI" panose="020B0502040204020203"/>
                <a:cs typeface="Nirmala UI" panose="020B0502040204020203"/>
              </a:rPr>
              <a:t>sab ek jagah</a:t>
            </a:r>
            <a:endParaRPr sz="1600" b="1" i="0">
              <a:solidFill>
                <a:srgbClr val="FFFFFF"/>
              </a:solidFill>
              <a:latin typeface="Nirmala UI" panose="020B0502040204020203"/>
              <a:ea typeface="Nirmala UI" panose="020B0502040204020203"/>
              <a:cs typeface="Nirmala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 i="0">
                <a:solidFill>
                  <a:srgbClr val="16294F"/>
                </a:solidFill>
                <a:latin typeface="Nirmala UI" panose="020B0502040204020203"/>
                <a:ea typeface="Nirmala UI" panose="020B0502040204020203"/>
                <a:cs typeface="Nirmala UI" panose="020B0502040204020203"/>
              </a:rPr>
              <a:t>जो-जो मिलता है</a:t>
            </a:r>
            <a:endParaRPr sz="2800" b="1" i="0">
              <a:solidFill>
                <a:srgbClr val="16294F"/>
              </a:solidFill>
              <a:latin typeface="Nirmala UI" panose="020B0502040204020203"/>
              <a:ea typeface="Nirmala UI" panose="020B0502040204020203"/>
              <a:cs typeface="Nirmala UI" panose="020B0502040204020203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Everything included — one subscription</a:t>
            </a:r>
            <a:endParaRPr sz="140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213969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25880" y="2130552"/>
            <a:ext cx="768096" cy="768096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130552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🛒</a:t>
            </a:r>
            <a:endParaRPr sz="22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2971800"/>
            <a:ext cx="192023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Trading</a:t>
            </a:r>
            <a:endParaRPr sz="140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Order · Bill · Payment · GR</a:t>
            </a:r>
            <a:endParaRPr sz="110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980944" y="1874519"/>
            <a:ext cx="213969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66744" y="2130552"/>
            <a:ext cx="768096" cy="768096"/>
          </a:xfrm>
          <a:prstGeom prst="ellipse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6744" y="2130552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📒</a:t>
            </a:r>
            <a:endParaRPr sz="22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90672" y="2971800"/>
            <a:ext cx="192023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Accounting</a:t>
            </a:r>
            <a:endParaRPr sz="140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Voucher · Ledger · P&amp;L · BS</a:t>
            </a:r>
            <a:endParaRPr sz="110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321808" y="1874519"/>
            <a:ext cx="213969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07608" y="2130552"/>
            <a:ext cx="768096" cy="768096"/>
          </a:xfrm>
          <a:prstGeom prst="ellipse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07608" y="2130552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🧮</a:t>
            </a:r>
            <a:endParaRPr sz="22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31536" y="2971800"/>
            <a:ext cx="192023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GST Auto</a:t>
            </a:r>
            <a:endParaRPr sz="140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CGST/SGST/IGST + reports</a:t>
            </a:r>
            <a:endParaRPr sz="110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62671" y="1874519"/>
            <a:ext cx="213969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48471" y="2130552"/>
            <a:ext cx="768096" cy="768096"/>
          </a:xfrm>
          <a:prstGeom prst="ellipse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2130552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📷</a:t>
            </a:r>
            <a:endParaRPr sz="22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399" y="2971800"/>
            <a:ext cx="192023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OCR Bill Scan</a:t>
            </a:r>
            <a:endParaRPr sz="140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Photo se auto entry</a:t>
            </a:r>
            <a:endParaRPr sz="110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003536" y="1874519"/>
            <a:ext cx="213969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89336" y="2130552"/>
            <a:ext cx="768096" cy="76809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89336" y="2130552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💬</a:t>
            </a:r>
            <a:endParaRPr sz="22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113263" y="2971800"/>
            <a:ext cx="192023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WhatsApp Bot</a:t>
            </a:r>
            <a:endParaRPr sz="140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Rate bhejo · Order lo</a:t>
            </a:r>
            <a:endParaRPr sz="110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4005072"/>
            <a:ext cx="213969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4261104"/>
            <a:ext cx="768096" cy="768096"/>
          </a:xfrm>
          <a:prstGeom prst="ellipse">
            <a:avLst/>
          </a:prstGeom>
          <a:solidFill>
            <a:srgbClr val="F2A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4261104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📊</a:t>
            </a:r>
            <a:endParaRPr sz="22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9808" y="5102352"/>
            <a:ext cx="192023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Reports</a:t>
            </a:r>
            <a:endParaRPr sz="140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Sales · Outstanding · Top</a:t>
            </a:r>
            <a:endParaRPr sz="110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980944" y="4005072"/>
            <a:ext cx="213969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66744" y="4261104"/>
            <a:ext cx="768096" cy="768096"/>
          </a:xfrm>
          <a:prstGeom prst="ellipse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66744" y="4261104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👥</a:t>
            </a:r>
            <a:endParaRPr sz="22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90672" y="5102352"/>
            <a:ext cx="192023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HR</a:t>
            </a:r>
            <a:endParaRPr sz="140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Attendance · Payroll</a:t>
            </a:r>
            <a:endParaRPr sz="110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321808" y="4005072"/>
            <a:ext cx="213969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007608" y="4261104"/>
            <a:ext cx="768096" cy="768096"/>
          </a:xfrm>
          <a:prstGeom prst="ellipse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07608" y="4261104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🏭</a:t>
            </a:r>
            <a:endParaRPr sz="22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31536" y="5102352"/>
            <a:ext cx="192023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Bazaar Link</a:t>
            </a:r>
            <a:endParaRPr sz="140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Supplier–Buyer directory</a:t>
            </a:r>
            <a:endParaRPr sz="110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662671" y="4005072"/>
            <a:ext cx="2139696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48471" y="4261104"/>
            <a:ext cx="768096" cy="768096"/>
          </a:xfrm>
          <a:prstGeom prst="ellipse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8471" y="4261104"/>
            <a:ext cx="768096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🎤</a:t>
            </a:r>
            <a:endParaRPr sz="22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72399" y="5102352"/>
            <a:ext cx="1920239" cy="685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Voice Assistant</a:t>
            </a:r>
            <a:endParaRPr sz="140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Bol ke madad (Hindi)</a:t>
            </a:r>
            <a:endParaRPr sz="110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8470" y="0"/>
            <a:ext cx="12529820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65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lang="en-US" sz="2800" b="1" i="0">
                <a:solidFill>
                  <a:srgbClr val="16294F"/>
                </a:solidFill>
                <a:latin typeface="Nirmala UI" panose="020B0502040204020203"/>
                <a:ea typeface="Nirmala UI" panose="020B0502040204020203"/>
                <a:cs typeface="Nirmala UI" panose="020B0502040204020203"/>
              </a:rPr>
              <a:t>OCR</a:t>
            </a:r>
            <a:r>
              <a:rPr sz="2800" b="1" i="0">
                <a:solidFill>
                  <a:srgbClr val="16294F"/>
                </a:solidFill>
                <a:latin typeface="Nirmala UI" panose="020B0502040204020203"/>
                <a:ea typeface="Nirmala UI" panose="020B0502040204020203"/>
                <a:cs typeface="Nirmala UI" panose="020B0502040204020203"/>
              </a:rPr>
              <a:t> का जादू</a:t>
            </a:r>
            <a:endParaRPr sz="2800" b="1" i="0">
              <a:solidFill>
                <a:srgbClr val="16294F"/>
              </a:solidFill>
              <a:latin typeface="Nirmala UI" panose="020B0502040204020203"/>
              <a:ea typeface="Nirmala UI" panose="020B0502040204020203"/>
              <a:cs typeface="Nirmala UI" panose="020B0502040204020203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Smart features that save real time</a:t>
            </a:r>
            <a:endParaRPr sz="140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43100" y="2377440"/>
            <a:ext cx="914400" cy="914400"/>
          </a:xfrm>
          <a:prstGeom prst="ellipse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43100" y="23774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📷</a:t>
            </a:r>
            <a:endParaRPr sz="28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2971800" cy="146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OCR Bill Scan</a:t>
            </a:r>
            <a:endParaRPr sz="170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Bill ki photo kheecho — items, rate, GST sab apne aap fill. Typing khatam.</a:t>
            </a:r>
            <a:endParaRPr sz="130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80560" y="201168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83580" y="2377440"/>
            <a:ext cx="914400" cy="914400"/>
          </a:xfrm>
          <a:prstGeom prst="ellipse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83580" y="23774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🎤</a:t>
            </a:r>
            <a:endParaRPr sz="28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54880" y="3520440"/>
            <a:ext cx="2971800" cy="146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Voice Assistant (Anji)</a:t>
            </a:r>
            <a:endParaRPr sz="170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Bol ke poocho — party balance, aaj ki sale. Hindi/Gujarati me jawab.</a:t>
            </a:r>
            <a:endParaRPr sz="130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321040" y="201168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24060" y="2377440"/>
            <a:ext cx="914400" cy="91440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24060" y="23774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💬</a:t>
            </a:r>
            <a:endParaRPr sz="28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95360" y="3520440"/>
            <a:ext cx="2971800" cy="146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WhatsApp Bot</a:t>
            </a:r>
            <a:endParaRPr sz="170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Rate broadcast, order lena — sab WhatsApp par apne aap.</a:t>
            </a:r>
            <a:endParaRPr sz="130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4685" y="50292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 i="0">
                <a:solidFill>
                  <a:srgbClr val="16294F"/>
                </a:solidFill>
                <a:latin typeface="Nirmala UI" panose="020B0502040204020203"/>
                <a:ea typeface="Nirmala UI" panose="020B0502040204020203"/>
                <a:cs typeface="Nirmala UI" panose="020B0502040204020203"/>
              </a:rPr>
              <a:t>छोटे काम भी — बड़ा फायदा</a:t>
            </a:r>
            <a:endParaRPr sz="2800" b="1" i="0">
              <a:solidFill>
                <a:srgbClr val="16294F"/>
              </a:solidFill>
              <a:latin typeface="Nirmala UI" panose="020B0502040204020203"/>
              <a:ea typeface="Nirmala UI" panose="020B0502040204020203"/>
              <a:cs typeface="Nirmala UI" panose="020B0502040204020203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Little things that save your day</a:t>
            </a:r>
            <a:endParaRPr sz="140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6F9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7" y="2139696"/>
            <a:ext cx="566928" cy="566928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1396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📸</a:t>
            </a:r>
            <a:endParaRPr sz="16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00200" y="196596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Order/bill scan → 1-click bill ready</a:t>
            </a:r>
            <a:endParaRPr sz="145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63640" y="1965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6F9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4808" y="2139696"/>
            <a:ext cx="566928" cy="566928"/>
          </a:xfrm>
          <a:prstGeom prst="ellipse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21396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💳</a:t>
            </a:r>
            <a:endParaRPr sz="16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23760" y="196596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Buyer credit limit set — udhaar control</a:t>
            </a:r>
            <a:endParaRPr sz="145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3108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6F9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282696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2826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🔔</a:t>
            </a:r>
            <a:endParaRPr sz="16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00200" y="310896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Auto payment reminder (WhatsApp)</a:t>
            </a:r>
            <a:endParaRPr sz="145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63640" y="3108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6F9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4808" y="3282696"/>
            <a:ext cx="566928" cy="566928"/>
          </a:xfrm>
          <a:prstGeom prst="ellipse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32826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🔎</a:t>
            </a:r>
            <a:endParaRPr sz="16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23760" y="310896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Party balance 1 tap me</a:t>
            </a:r>
            <a:endParaRPr sz="145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4251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6F9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7" y="4425696"/>
            <a:ext cx="566928" cy="566928"/>
          </a:xfrm>
          <a:prstGeom prst="ellipse">
            <a:avLst/>
          </a:prstGeom>
          <a:solidFill>
            <a:srgbClr val="F2A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44256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🖨</a:t>
            </a:r>
            <a:endParaRPr sz="16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00200" y="425196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Bill print + WhatsApp turant</a:t>
            </a:r>
            <a:endParaRPr sz="145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63640" y="4251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6F9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5394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6F9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1247" y="5568696"/>
            <a:ext cx="566928" cy="566928"/>
          </a:xfrm>
          <a:prstGeom prst="ellipse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55686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🏢</a:t>
            </a:r>
            <a:endParaRPr sz="16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00200" y="539496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Multi-branch + team roles/permission</a:t>
            </a:r>
            <a:endParaRPr sz="145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263640" y="5394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5F6F9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64808" y="4512691"/>
            <a:ext cx="566928" cy="566928"/>
          </a:xfrm>
          <a:prstGeom prst="ellipse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8" y="4425061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☁</a:t>
            </a:r>
            <a:endParaRPr sz="16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223760" y="4597083"/>
            <a:ext cx="4297680" cy="222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5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Cloude</a:t>
            </a:r>
            <a:r>
              <a:rPr sz="145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backup — data safe</a:t>
            </a:r>
            <a:endParaRPr sz="145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 i="0">
                <a:solidFill>
                  <a:srgbClr val="16294F"/>
                </a:solidFill>
                <a:latin typeface="Nirmala UI" panose="020B0502040204020203"/>
                <a:ea typeface="Nirmala UI" panose="020B0502040204020203"/>
                <a:cs typeface="Nirmala UI" panose="020B0502040204020203"/>
              </a:rPr>
              <a:t>दूसरों से बेहतर क्यों</a:t>
            </a:r>
            <a:endParaRPr sz="2800" b="1" i="0">
              <a:solidFill>
                <a:srgbClr val="16294F"/>
              </a:solidFill>
              <a:latin typeface="Nirmala UI" panose="020B0502040204020203"/>
              <a:ea typeface="Nirmala UI" panose="020B0502040204020203"/>
              <a:cs typeface="Nirmala UI" panose="020B0502040204020203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Vyapaar Setu vs Tally / Vyapar / Manual</a:t>
            </a:r>
            <a:endParaRPr sz="140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669280" cy="548640"/>
          </a:xfrm>
          <a:prstGeom prst="roundRect">
            <a:avLst>
              <a:gd name="adj" fmla="val 8000"/>
            </a:avLst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0" y="1783080"/>
            <a:ext cx="2514600" cy="54864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6840" y="1783080"/>
            <a:ext cx="2606040" cy="548640"/>
          </a:xfrm>
          <a:prstGeom prst="roundRect">
            <a:avLst>
              <a:gd name="adj" fmla="val 8000"/>
            </a:avLst>
          </a:prstGeom>
          <a:solidFill>
            <a:srgbClr val="6A78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Feature</a:t>
            </a:r>
            <a:endParaRPr sz="14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37960" y="178308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Vyapaar Setu</a:t>
            </a:r>
            <a:endParaRPr sz="14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0" y="1783080"/>
            <a:ext cx="2331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Others</a:t>
            </a:r>
            <a:endParaRPr sz="14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10972800" cy="530352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54864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Apni bhasha — Hindi</a:t>
            </a:r>
            <a:endParaRPr sz="1350" b="0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2423160"/>
            <a:ext cx="2514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A3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✓</a:t>
            </a:r>
            <a:endParaRPr sz="1500" b="1" i="0">
              <a:solidFill>
                <a:srgbClr val="16A34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06840" y="2423160"/>
            <a:ext cx="26060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1232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Kam / English</a:t>
            </a:r>
            <a:endParaRPr sz="1250" b="0" i="0">
              <a:solidFill>
                <a:srgbClr val="E1232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2990088"/>
            <a:ext cx="54864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WhatsApp order + Bot</a:t>
            </a:r>
            <a:endParaRPr sz="1350" b="0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2990088"/>
            <a:ext cx="2514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A3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✓</a:t>
            </a:r>
            <a:endParaRPr sz="1500" b="1" i="0">
              <a:solidFill>
                <a:srgbClr val="16A34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06840" y="2990088"/>
            <a:ext cx="26060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1232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Nahi</a:t>
            </a:r>
            <a:endParaRPr sz="1250" b="0" i="0">
              <a:solidFill>
                <a:srgbClr val="E1232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3557015"/>
            <a:ext cx="10972800" cy="530352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557015"/>
            <a:ext cx="54864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OCR — photo se entry</a:t>
            </a:r>
            <a:endParaRPr sz="1350" b="0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3557015"/>
            <a:ext cx="2514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A3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✓</a:t>
            </a:r>
            <a:endParaRPr sz="1500" b="1" i="0">
              <a:solidFill>
                <a:srgbClr val="16A34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06840" y="3557015"/>
            <a:ext cx="26060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1232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Nahi</a:t>
            </a:r>
            <a:endParaRPr sz="1250" b="0" i="0">
              <a:solidFill>
                <a:srgbClr val="E1232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4123944"/>
            <a:ext cx="54864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Voice se madad</a:t>
            </a:r>
            <a:endParaRPr sz="1350" b="0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0" y="4123944"/>
            <a:ext cx="2514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A3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✓</a:t>
            </a:r>
            <a:endParaRPr sz="1500" b="1" i="0">
              <a:solidFill>
                <a:srgbClr val="16A34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06840" y="4123944"/>
            <a:ext cx="26060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1232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Nahi</a:t>
            </a:r>
            <a:endParaRPr sz="1250" b="0" i="0">
              <a:solidFill>
                <a:srgbClr val="E1232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0080" y="4690872"/>
            <a:ext cx="10972800" cy="530352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90872"/>
            <a:ext cx="54864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Cloud — mobile + computer</a:t>
            </a:r>
            <a:endParaRPr sz="1350" b="0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0" y="4690872"/>
            <a:ext cx="2514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A3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✓</a:t>
            </a:r>
            <a:endParaRPr sz="1500" b="1" i="0">
              <a:solidFill>
                <a:srgbClr val="16A34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006840" y="4690872"/>
            <a:ext cx="26060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1232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Limited</a:t>
            </a:r>
            <a:endParaRPr sz="1250" b="0" i="0">
              <a:solidFill>
                <a:srgbClr val="E1232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5257800"/>
            <a:ext cx="54864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Sasta, chhote budget me</a:t>
            </a:r>
            <a:endParaRPr sz="1350" b="0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0" y="5257800"/>
            <a:ext cx="2514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A3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✓</a:t>
            </a:r>
            <a:endParaRPr sz="1500" b="1" i="0">
              <a:solidFill>
                <a:srgbClr val="16A34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006840" y="5257800"/>
            <a:ext cx="26060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1232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Mehnga / one-time</a:t>
            </a:r>
            <a:endParaRPr sz="1250" b="0" i="0">
              <a:solidFill>
                <a:srgbClr val="E1232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 i="0">
                <a:solidFill>
                  <a:srgbClr val="16294F"/>
                </a:solidFill>
                <a:latin typeface="Nirmala UI" panose="020B0502040204020203"/>
                <a:ea typeface="Nirmala UI" panose="020B0502040204020203"/>
                <a:cs typeface="Nirmala UI" panose="020B0502040204020203"/>
              </a:rPr>
              <a:t>फायदे</a:t>
            </a:r>
            <a:endParaRPr sz="2800" b="1" i="0">
              <a:solidFill>
                <a:srgbClr val="16294F"/>
              </a:solidFill>
              <a:latin typeface="Nirmala UI" panose="020B0502040204020203"/>
              <a:ea typeface="Nirmala UI" panose="020B0502040204020203"/>
              <a:cs typeface="Nirmala UI" panose="020B0502040204020203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Why traders love Vyapaar Setu</a:t>
            </a:r>
            <a:endParaRPr sz="140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2258568"/>
            <a:ext cx="658368" cy="65836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2585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✅</a:t>
            </a:r>
            <a:endParaRPr sz="18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37360" y="2240279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आसान · Easy</a:t>
            </a:r>
            <a:endParaRPr sz="150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Hindi me, training nahi</a:t>
            </a:r>
            <a:endParaRPr sz="125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80560" y="196596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36592" y="2258568"/>
            <a:ext cx="658368" cy="658368"/>
          </a:xfrm>
          <a:prstGeom prst="ellipse">
            <a:avLst/>
          </a:prstGeom>
          <a:solidFill>
            <a:srgbClr val="F2A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22585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💰</a:t>
            </a:r>
            <a:endParaRPr sz="18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77840" y="2240279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सस्ता · Affordable</a:t>
            </a:r>
            <a:endParaRPr sz="150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Chhote budget me</a:t>
            </a:r>
            <a:endParaRPr sz="125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321040" y="196596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77072" y="2258568"/>
            <a:ext cx="658368" cy="658368"/>
          </a:xfrm>
          <a:prstGeom prst="ellipse">
            <a:avLst/>
          </a:prstGeom>
          <a:solidFill>
            <a:srgbClr val="E1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25856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⚡</a:t>
            </a:r>
            <a:endParaRPr sz="18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418319" y="2240279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तेज़ · Fast</a:t>
            </a:r>
            <a:endParaRPr sz="150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Minute me bill, scan se entry</a:t>
            </a:r>
            <a:endParaRPr sz="125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3977639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4270248"/>
            <a:ext cx="658368" cy="658368"/>
          </a:xfrm>
          <a:prstGeom prst="ellipse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27024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🔒</a:t>
            </a:r>
            <a:endParaRPr sz="18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37360" y="4251959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सेफ · Safe</a:t>
            </a:r>
            <a:endParaRPr sz="150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Data sirf aapka</a:t>
            </a:r>
            <a:endParaRPr sz="125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480560" y="3977639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36592" y="4270248"/>
            <a:ext cx="658368" cy="658368"/>
          </a:xfrm>
          <a:prstGeom prst="ellipse">
            <a:avLst/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427024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🎧</a:t>
            </a:r>
            <a:endParaRPr sz="18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77840" y="4251959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सपोर्ट · Support</a:t>
            </a:r>
            <a:endParaRPr sz="150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WhatsApp/phone par madad</a:t>
            </a:r>
            <a:endParaRPr sz="125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321040" y="3977639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77072" y="4270248"/>
            <a:ext cx="658368" cy="658368"/>
          </a:xfrm>
          <a:prstGeom prst="ellipse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7072" y="427024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Segoe UI Emoji" panose="020B0502040204020203"/>
                <a:ea typeface="Segoe UI Emoji" panose="020B0502040204020203"/>
                <a:cs typeface="Segoe UI Emoji" panose="020B0502040204020203"/>
              </a:rPr>
              <a:t>🇮🇳</a:t>
            </a:r>
            <a:endParaRPr sz="1800" b="0" i="0">
              <a:solidFill>
                <a:srgbClr val="FFFFFF"/>
              </a:solidFill>
              <a:latin typeface="Segoe UI Emoji" panose="020B0502040204020203"/>
              <a:ea typeface="Segoe UI Emoji" panose="020B0502040204020203"/>
              <a:cs typeface="Segoe UI Emoj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18319" y="4251959"/>
            <a:ext cx="2240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264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मेड इन इंडिया</a:t>
            </a:r>
            <a:endParaRPr sz="1500" b="1" i="0">
              <a:solidFill>
                <a:srgbClr val="1B264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892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Apni team, apni soch</a:t>
            </a:r>
            <a:endParaRPr sz="1250" b="0" i="0">
              <a:solidFill>
                <a:srgbClr val="6A7892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2286000"/>
            <a:ext cx="5943600" cy="5943600"/>
          </a:xfrm>
          <a:prstGeom prst="ellipse">
            <a:avLst/>
          </a:prstGeom>
          <a:solidFill>
            <a:srgbClr val="0E1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3200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Nirmala UI" panose="020B0502040204020203"/>
                <a:ea typeface="Nirmala UI" panose="020B0502040204020203"/>
                <a:cs typeface="Nirmala UI" panose="020B0502040204020203"/>
              </a:rPr>
              <a:t>15 दिन Free Trial</a:t>
            </a:r>
            <a:endParaRPr sz="4400" b="1" i="0">
              <a:solidFill>
                <a:srgbClr val="FFFFFF"/>
              </a:solidFill>
              <a:latin typeface="Nirmala UI" panose="020B0502040204020203"/>
              <a:ea typeface="Nirmala UI" panose="020B0502040204020203"/>
              <a:cs typeface="Nirmala UI" panose="020B0502040204020203"/>
            </a:endParaRPr>
          </a:p>
          <a:p>
            <a:pPr algn="ctr">
              <a:spcBef>
                <a:spcPts val="0"/>
              </a:spcBef>
              <a:spcAft>
                <a:spcPts val="1600"/>
              </a:spcAft>
            </a:pPr>
            <a:r>
              <a:rPr sz="1800" b="0" i="0">
                <a:solidFill>
                  <a:srgbClr val="CFE0F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Koi risk nahi. Pehle chala ke dekho, phir decide karo.</a:t>
            </a:r>
            <a:endParaRPr sz="1800" b="0" i="0">
              <a:solidFill>
                <a:srgbClr val="CFE0F5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718304" y="4480560"/>
            <a:ext cx="2743200" cy="822960"/>
          </a:xfrm>
          <a:prstGeom prst="roundRect">
            <a:avLst>
              <a:gd name="adj" fmla="val 8000"/>
            </a:avLst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18304" y="448056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E1B36"/>
                </a:solidFill>
                <a:latin typeface="Nirmala UI" panose="020B0502040204020203"/>
                <a:ea typeface="Nirmala UI" panose="020B0502040204020203"/>
                <a:cs typeface="Nirmala UI" panose="020B0502040204020203"/>
              </a:rPr>
              <a:t>आज ही शुरू करें</a:t>
            </a:r>
            <a:endParaRPr sz="1800" b="1" i="0">
              <a:solidFill>
                <a:srgbClr val="0E1B36"/>
              </a:solidFill>
              <a:latin typeface="Nirmala UI" panose="020B0502040204020203"/>
              <a:ea typeface="Nirmala UI" panose="020B0502040204020203"/>
              <a:cs typeface="Nirmala UI" panose="020B05020402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janinex-logo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1142593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68580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Nirmala UI" panose="020B0502040204020203"/>
                <a:ea typeface="Nirmala UI" panose="020B0502040204020203"/>
                <a:cs typeface="Nirmala UI" panose="020B0502040204020203"/>
              </a:rPr>
              <a:t>व्यापार सेतु</a:t>
            </a:r>
            <a:endParaRPr sz="3000" b="1" i="0">
              <a:solidFill>
                <a:srgbClr val="FFFFFF"/>
              </a:solidFill>
              <a:latin typeface="Nirmala UI" panose="020B0502040204020203"/>
              <a:ea typeface="Nirmala UI" panose="020B0502040204020203"/>
              <a:cs typeface="Nirmala UI" panose="020B0502040204020203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14A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an Anjaninex product</a:t>
            </a:r>
            <a:endParaRPr sz="1300" b="1" i="0">
              <a:solidFill>
                <a:srgbClr val="C9A14A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685800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Aaj hi shuru karein</a:t>
            </a:r>
            <a:endParaRPr sz="22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CFE0F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Kapil Sharma   </a:t>
            </a:r>
            <a:r>
              <a:rPr sz="15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+91 96642 50416</a:t>
            </a:r>
            <a:endParaRPr sz="15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CFE0F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Jitesh Yadav   </a:t>
            </a:r>
            <a:r>
              <a:rPr sz="15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+91 95115 40583</a:t>
            </a:r>
            <a:endParaRPr sz="15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CFE0F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Email   </a:t>
            </a:r>
            <a:r>
              <a:rPr sz="15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support@anjaninex.com</a:t>
            </a:r>
            <a:endParaRPr sz="15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CFE0F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Web   </a:t>
            </a:r>
            <a:r>
              <a:rPr sz="1500" b="1" i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vyaparsetu.anjaninex.com</a:t>
            </a:r>
            <a:endParaRPr sz="1500" b="1" i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FE0F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Ramtalai, Next to DPS School, Surajpol Gate, Gumanpura, Kota, Rajasthan</a:t>
            </a:r>
            <a:endParaRPr sz="1250" b="0" i="0">
              <a:solidFill>
                <a:srgbClr val="CFE0F5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412480" y="2286000"/>
            <a:ext cx="3108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yaparsetu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560320"/>
            <a:ext cx="256032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544068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FE0F5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Scan → vyaparsetu.anjaninex.com</a:t>
            </a:r>
            <a:endParaRPr sz="1200" b="0" i="0">
              <a:solidFill>
                <a:srgbClr val="CFE0F5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2422</Words>
  <Application>WPS Presentation</Application>
  <PresentationFormat>On-screen Show (4:3)</PresentationFormat>
  <Paragraphs>237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Arial</vt:lpstr>
      <vt:lpstr>Nirmala UI</vt:lpstr>
      <vt:lpstr>Cambria</vt:lpstr>
      <vt:lpstr>Calibri</vt:lpstr>
      <vt:lpstr>Segoe UI Emoji</vt:lpstr>
      <vt:lpstr>Microsoft YaHei</vt:lpstr>
      <vt:lpstr>Arial Unicode MS</vt:lpstr>
      <vt:lpstr>Calibri</vt:lpstr>
      <vt:lpstr>Nirmala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</cp:lastModifiedBy>
  <cp:revision>4</cp:revision>
  <dcterms:created xsi:type="dcterms:W3CDTF">2013-01-27T09:14:00Z</dcterms:created>
  <dcterms:modified xsi:type="dcterms:W3CDTF">2026-07-02T04:26:26Z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92BDDACFFDE84E5C84159BBCE7C0792F_12</vt:lpwstr>
  </property>
  <property fmtid="{D5CDD505-2E9C-101B-9397-08002B2CF9AE}" pid="3" name="KSOProductBuildVer">
    <vt:lpwstr>1033-12.1.0.26880</vt:lpwstr>
  </property>
</Properties>
</file>